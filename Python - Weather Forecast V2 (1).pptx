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mo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Garet ExtraBold" panose="020B0604020202020204" charset="0"/>
      <p:regular r:id="rId18"/>
    </p:embeddedFont>
    <p:embeddedFont>
      <p:font typeface="Garet ExtraBold Bold" panose="020B0604020202020204" charset="0"/>
      <p:regular r:id="rId19"/>
    </p:embeddedFont>
    <p:embeddedFont>
      <p:font typeface="Montserrat" panose="00000500000000000000" pitchFamily="2" charset="0"/>
      <p:regular r:id="rId20"/>
    </p:embeddedFont>
    <p:embeddedFont>
      <p:font typeface="Montserrat Bold" panose="00000800000000000000" charset="0"/>
      <p:regular r:id="rId21"/>
    </p:embeddedFont>
    <p:embeddedFont>
      <p:font typeface="Montserrat Extra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58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41829" y="4179153"/>
            <a:ext cx="13404341" cy="1148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2"/>
              </a:lnSpc>
            </a:pPr>
            <a:r>
              <a:rPr lang="en-US" sz="8307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WEATHER FORECAST</a:t>
            </a:r>
          </a:p>
        </p:txBody>
      </p:sp>
      <p:sp>
        <p:nvSpPr>
          <p:cNvPr id="4" name="Freeform 4"/>
          <p:cNvSpPr/>
          <p:nvPr/>
        </p:nvSpPr>
        <p:spPr>
          <a:xfrm rot="553900">
            <a:off x="-1103269" y="6104991"/>
            <a:ext cx="23018043" cy="7826135"/>
          </a:xfrm>
          <a:custGeom>
            <a:avLst/>
            <a:gdLst/>
            <a:ahLst/>
            <a:cxnLst/>
            <a:rect l="l" t="t" r="r" b="b"/>
            <a:pathLst>
              <a:path w="23018043" h="7826135">
                <a:moveTo>
                  <a:pt x="0" y="0"/>
                </a:moveTo>
                <a:lnTo>
                  <a:pt x="23018043" y="0"/>
                </a:lnTo>
                <a:lnTo>
                  <a:pt x="23018043" y="7826135"/>
                </a:lnTo>
                <a:lnTo>
                  <a:pt x="0" y="7826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115413" y="2711433"/>
            <a:ext cx="4057174" cy="51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PYTHON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56153" y="4732962"/>
          <a:ext cx="3736741" cy="3200400"/>
        </p:xfrm>
        <a:graphic>
          <a:graphicData uri="http://schemas.openxmlformats.org/drawingml/2006/table">
            <a:tbl>
              <a:tblPr/>
              <a:tblGrid>
                <a:gridCol w="594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1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Garet ExtraBold Bold"/>
                          <a:ea typeface="Garet ExtraBold Bold"/>
                          <a:cs typeface="Garet ExtraBold Bold"/>
                          <a:sym typeface="Garet ExtraBold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Introduction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Garet ExtraBold Bold"/>
                          <a:ea typeface="Garet ExtraBold Bold"/>
                          <a:cs typeface="Garet ExtraBold Bold"/>
                          <a:sym typeface="Garet ExtraBold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Technologies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Garet ExtraBold Bold"/>
                          <a:ea typeface="Garet ExtraBold Bold"/>
                          <a:cs typeface="Garet ExtraBold Bold"/>
                          <a:sym typeface="Garet ExtraBold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Garet ExtraBold"/>
                          <a:ea typeface="Garet ExtraBold"/>
                          <a:cs typeface="Garet ExtraBold"/>
                          <a:sym typeface="Garet Extra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GUI Design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361958" y="4732962"/>
          <a:ext cx="3736741" cy="3469704"/>
        </p:xfrm>
        <a:graphic>
          <a:graphicData uri="http://schemas.openxmlformats.org/drawingml/2006/table">
            <a:tbl>
              <a:tblPr/>
              <a:tblGrid>
                <a:gridCol w="60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Garet ExtraBold Bold"/>
                          <a:ea typeface="Garet ExtraBold Bold"/>
                          <a:cs typeface="Garet ExtraBold Bold"/>
                          <a:sym typeface="Garet ExtraBold Bold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Error Handling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Garet ExtraBold"/>
                          <a:ea typeface="Garet ExtraBold"/>
                          <a:cs typeface="Garet ExtraBold"/>
                          <a:sym typeface="Garet ExtraBold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Icon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Garet ExtraBold Bold"/>
                          <a:ea typeface="Garet ExtraBold Bold"/>
                          <a:cs typeface="Garet ExtraBold Bold"/>
                          <a:sym typeface="Garet ExtraBold Bo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Code Snippets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Garet ExtraBold Bold"/>
                          <a:ea typeface="Garet ExtraBold Bold"/>
                          <a:cs typeface="Garet ExtraBold Bold"/>
                          <a:sym typeface="Garet ExtraBold Bold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Fetching Weather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 rot="2201973">
            <a:off x="5644655" y="-431679"/>
            <a:ext cx="17096118" cy="3681512"/>
          </a:xfrm>
          <a:custGeom>
            <a:avLst/>
            <a:gdLst/>
            <a:ahLst/>
            <a:cxnLst/>
            <a:rect l="l" t="t" r="r" b="b"/>
            <a:pathLst>
              <a:path w="17096118" h="3681512">
                <a:moveTo>
                  <a:pt x="0" y="0"/>
                </a:moveTo>
                <a:lnTo>
                  <a:pt x="17096118" y="0"/>
                </a:lnTo>
                <a:lnTo>
                  <a:pt x="17096118" y="3681511"/>
                </a:lnTo>
                <a:lnTo>
                  <a:pt x="0" y="368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4811600"/>
            <a:ext cx="638897" cy="6388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361958" y="4811600"/>
            <a:ext cx="638897" cy="6388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597977"/>
            <a:ext cx="638897" cy="6388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61958" y="5597977"/>
            <a:ext cx="638897" cy="6388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35073" y="2031774"/>
            <a:ext cx="6530545" cy="89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5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CONTENT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6384354"/>
            <a:ext cx="638897" cy="6388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61958" y="6384354"/>
            <a:ext cx="638897" cy="6388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7170731"/>
            <a:ext cx="638897" cy="63889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361958" y="7170731"/>
            <a:ext cx="638897" cy="63889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7993440"/>
            <a:ext cx="638897" cy="63889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61958" y="7993440"/>
            <a:ext cx="638897" cy="638897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73377" y="8177253"/>
            <a:ext cx="149542" cy="27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Garet ExtraBold Bold"/>
                <a:ea typeface="Garet ExtraBold Bold"/>
                <a:cs typeface="Garet ExtraBold Bold"/>
                <a:sym typeface="Garet ExtraBold Bold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56808" y="8177253"/>
            <a:ext cx="249198" cy="27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 Extra-Bold"/>
                <a:ea typeface="Montserrat Extra-Bold"/>
                <a:cs typeface="Montserrat Extra-Bold"/>
                <a:sym typeface="Montserrat Extra-Bold"/>
              </a:rPr>
              <a:t>10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83090" y="8157695"/>
            <a:ext cx="3008114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Fetching Weather Data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19980" y="8186778"/>
            <a:ext cx="1350169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t="-10046" b="-1004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965208" y="6913233"/>
            <a:ext cx="853242" cy="85324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241839" y="7131007"/>
            <a:ext cx="299979" cy="417693"/>
          </a:xfrm>
          <a:custGeom>
            <a:avLst/>
            <a:gdLst/>
            <a:ahLst/>
            <a:cxnLst/>
            <a:rect l="l" t="t" r="r" b="b"/>
            <a:pathLst>
              <a:path w="299979" h="417693">
                <a:moveTo>
                  <a:pt x="0" y="0"/>
                </a:moveTo>
                <a:lnTo>
                  <a:pt x="299979" y="0"/>
                </a:lnTo>
                <a:lnTo>
                  <a:pt x="299979" y="417693"/>
                </a:lnTo>
                <a:lnTo>
                  <a:pt x="0" y="417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965208" y="2643506"/>
            <a:ext cx="853242" cy="85324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38517" y="2772350"/>
            <a:ext cx="506623" cy="506623"/>
          </a:xfrm>
          <a:custGeom>
            <a:avLst/>
            <a:gdLst/>
            <a:ahLst/>
            <a:cxnLst/>
            <a:rect l="l" t="t" r="r" b="b"/>
            <a:pathLst>
              <a:path w="506623" h="506623">
                <a:moveTo>
                  <a:pt x="0" y="0"/>
                </a:moveTo>
                <a:lnTo>
                  <a:pt x="506623" y="0"/>
                </a:lnTo>
                <a:lnTo>
                  <a:pt x="506623" y="506623"/>
                </a:lnTo>
                <a:lnTo>
                  <a:pt x="0" y="506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-1754422" y="-3153513"/>
            <a:ext cx="10517029" cy="11698368"/>
            <a:chOff x="687070" y="247650"/>
            <a:chExt cx="11148060" cy="12400280"/>
          </a:xfrm>
        </p:grpSpPr>
        <p:sp>
          <p:nvSpPr>
            <p:cNvPr id="12" name="Freeform 12"/>
            <p:cNvSpPr/>
            <p:nvPr/>
          </p:nvSpPr>
          <p:spPr>
            <a:xfrm>
              <a:off x="687070" y="247650"/>
              <a:ext cx="11148061" cy="12400280"/>
            </a:xfrm>
            <a:custGeom>
              <a:avLst/>
              <a:gdLst/>
              <a:ahLst/>
              <a:cxnLst/>
              <a:rect l="l" t="t" r="r" b="b"/>
              <a:pathLst>
                <a:path w="11148061" h="12400280">
                  <a:moveTo>
                    <a:pt x="9215120" y="1497330"/>
                  </a:moveTo>
                  <a:cubicBezTo>
                    <a:pt x="8773160" y="972820"/>
                    <a:pt x="8234680" y="508000"/>
                    <a:pt x="7590790" y="252730"/>
                  </a:cubicBezTo>
                  <a:cubicBezTo>
                    <a:pt x="7132320" y="71120"/>
                    <a:pt x="6633210" y="0"/>
                    <a:pt x="6139180" y="6350"/>
                  </a:cubicBezTo>
                  <a:cubicBezTo>
                    <a:pt x="4053840" y="36830"/>
                    <a:pt x="2157730" y="1490980"/>
                    <a:pt x="1289050" y="3346450"/>
                  </a:cubicBezTo>
                  <a:cubicBezTo>
                    <a:pt x="527050" y="4977130"/>
                    <a:pt x="0" y="7792720"/>
                    <a:pt x="680720" y="9457690"/>
                  </a:cubicBezTo>
                  <a:cubicBezTo>
                    <a:pt x="1360170" y="11122661"/>
                    <a:pt x="2499360" y="12005311"/>
                    <a:pt x="4248150" y="12081511"/>
                  </a:cubicBezTo>
                  <a:cubicBezTo>
                    <a:pt x="7001510" y="12400280"/>
                    <a:pt x="9088120" y="10502901"/>
                    <a:pt x="10118091" y="8309611"/>
                  </a:cubicBezTo>
                  <a:cubicBezTo>
                    <a:pt x="11148061" y="6116320"/>
                    <a:pt x="10782300" y="3361691"/>
                    <a:pt x="9215121" y="1497330"/>
                  </a:cubicBezTo>
                  <a:close/>
                </a:path>
              </a:pathLst>
            </a:custGeom>
            <a:blipFill>
              <a:blip r:embed="rId2"/>
              <a:stretch>
                <a:fillRect l="-43476" t="-2044" r="-30176" b="2044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 rot="-9507671">
            <a:off x="-3029938" y="5884887"/>
            <a:ext cx="11257635" cy="6746826"/>
          </a:xfrm>
          <a:custGeom>
            <a:avLst/>
            <a:gdLst/>
            <a:ahLst/>
            <a:cxnLst/>
            <a:rect l="l" t="t" r="r" b="b"/>
            <a:pathLst>
              <a:path w="11257635" h="6746826">
                <a:moveTo>
                  <a:pt x="0" y="0"/>
                </a:moveTo>
                <a:lnTo>
                  <a:pt x="11257635" y="0"/>
                </a:lnTo>
                <a:lnTo>
                  <a:pt x="11257635" y="6746826"/>
                </a:lnTo>
                <a:lnTo>
                  <a:pt x="0" y="6746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76267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713974" y="1553073"/>
            <a:ext cx="7762760" cy="101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13974" y="3468172"/>
            <a:ext cx="7762760" cy="1846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2948"/>
              </a:lnSpc>
              <a:buFont typeface="Arial"/>
              <a:buChar char="•"/>
            </a:pPr>
            <a:r>
              <a:rPr lang="en-US" sz="2200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WeatherOcast is a Python-based application designed to provide real-time weather updates.</a:t>
            </a:r>
          </a:p>
          <a:p>
            <a:pPr marL="474981" lvl="1" indent="-237491" algn="l">
              <a:lnSpc>
                <a:spcPts val="2948"/>
              </a:lnSpc>
              <a:buFont typeface="Arial"/>
              <a:buChar char="•"/>
            </a:pPr>
            <a:r>
              <a:rPr lang="en-US" sz="2200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Users can enter a city name to retrieve current weather conditions and forecasts.</a:t>
            </a:r>
          </a:p>
          <a:p>
            <a:pPr algn="l">
              <a:lnSpc>
                <a:spcPts val="2948"/>
              </a:lnSpc>
            </a:pPr>
            <a:endParaRPr lang="en-US" sz="2200">
              <a:solidFill>
                <a:srgbClr val="F4F8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90605" y="2838032"/>
            <a:ext cx="1652366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18474" y="7170118"/>
            <a:ext cx="1624497" cy="34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1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Purpose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18449" y="7976870"/>
            <a:ext cx="7371472" cy="128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13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create a user-friendly interface for accessing weather information quickly and easily.</a:t>
            </a:r>
          </a:p>
          <a:p>
            <a:pPr algn="l">
              <a:lnSpc>
                <a:spcPts val="2006"/>
              </a:lnSpc>
              <a:spcBef>
                <a:spcPct val="0"/>
              </a:spcBef>
            </a:pPr>
            <a:endParaRPr lang="en-US" sz="22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513039">
            <a:off x="7078063" y="6317137"/>
            <a:ext cx="17096118" cy="3681512"/>
          </a:xfrm>
          <a:custGeom>
            <a:avLst/>
            <a:gdLst/>
            <a:ahLst/>
            <a:cxnLst/>
            <a:rect l="l" t="t" r="r" b="b"/>
            <a:pathLst>
              <a:path w="17096118" h="3681512">
                <a:moveTo>
                  <a:pt x="0" y="0"/>
                </a:moveTo>
                <a:lnTo>
                  <a:pt x="17096118" y="0"/>
                </a:lnTo>
                <a:lnTo>
                  <a:pt x="17096118" y="3681512"/>
                </a:lnTo>
                <a:lnTo>
                  <a:pt x="0" y="368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35896" y="759615"/>
            <a:ext cx="9378565" cy="81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TECHNOLOGIES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6845" y="2743938"/>
            <a:ext cx="4737854" cy="426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Programming Language: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6845" y="3574669"/>
            <a:ext cx="1964650" cy="532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6845" y="4801148"/>
            <a:ext cx="1691164" cy="426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Libraries: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6845" y="5751489"/>
            <a:ext cx="10146149" cy="125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ctr">
              <a:lnSpc>
                <a:spcPts val="2477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CustomTkinter: For a modern and customizable graphical user interface.</a:t>
            </a:r>
          </a:p>
          <a:p>
            <a:pPr marL="453388" lvl="1" indent="-226694" algn="just">
              <a:lnSpc>
                <a:spcPts val="2477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Requests: To handle HTTP requests for API calls.</a:t>
            </a:r>
          </a:p>
          <a:p>
            <a:pPr marL="453388" lvl="1" indent="-226694" algn="l">
              <a:lnSpc>
                <a:spcPts val="2477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Pillow (PIL): For image processing and handling weather icons.</a:t>
            </a:r>
          </a:p>
          <a:p>
            <a:pPr algn="ctr">
              <a:lnSpc>
                <a:spcPts val="2477"/>
              </a:lnSpc>
              <a:spcBef>
                <a:spcPct val="0"/>
              </a:spcBef>
            </a:pPr>
            <a:endParaRPr lang="en-US" sz="20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7699923"/>
            <a:ext cx="733306" cy="426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35964"/>
            <a:ext cx="9031367" cy="62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ctr">
              <a:lnSpc>
                <a:spcPts val="2477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OpenWeatherMap: Provides weather data through a robust API.</a:t>
            </a:r>
          </a:p>
          <a:p>
            <a:pPr algn="ctr">
              <a:lnSpc>
                <a:spcPts val="2477"/>
              </a:lnSpc>
              <a:spcBef>
                <a:spcPct val="0"/>
              </a:spcBef>
            </a:pPr>
            <a:endParaRPr lang="en-US" sz="20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58367" y="1028700"/>
            <a:ext cx="8229633" cy="8229600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1401431" y="-7523399"/>
            <a:ext cx="9521990" cy="12849235"/>
          </a:xfrm>
          <a:custGeom>
            <a:avLst/>
            <a:gdLst/>
            <a:ahLst/>
            <a:cxnLst/>
            <a:rect l="l" t="t" r="r" b="b"/>
            <a:pathLst>
              <a:path w="9521990" h="12849235">
                <a:moveTo>
                  <a:pt x="0" y="0"/>
                </a:moveTo>
                <a:lnTo>
                  <a:pt x="9521990" y="0"/>
                </a:lnTo>
                <a:lnTo>
                  <a:pt x="9521990" y="12849235"/>
                </a:lnTo>
                <a:lnTo>
                  <a:pt x="0" y="1284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6579"/>
            </a:stretch>
          </a:blipFill>
        </p:spPr>
      </p:sp>
      <p:sp>
        <p:nvSpPr>
          <p:cNvPr id="5" name="Freeform 5"/>
          <p:cNvSpPr/>
          <p:nvPr/>
        </p:nvSpPr>
        <p:spPr>
          <a:xfrm rot="-2256539">
            <a:off x="11648186" y="6588162"/>
            <a:ext cx="8663258" cy="6269049"/>
          </a:xfrm>
          <a:custGeom>
            <a:avLst/>
            <a:gdLst/>
            <a:ahLst/>
            <a:cxnLst/>
            <a:rect l="l" t="t" r="r" b="b"/>
            <a:pathLst>
              <a:path w="8663258" h="6269049">
                <a:moveTo>
                  <a:pt x="0" y="0"/>
                </a:moveTo>
                <a:lnTo>
                  <a:pt x="8663259" y="0"/>
                </a:lnTo>
                <a:lnTo>
                  <a:pt x="8663259" y="6269048"/>
                </a:lnTo>
                <a:lnTo>
                  <a:pt x="0" y="6269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005192"/>
            <a:ext cx="7888368" cy="1736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5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PROJECT STRUCTURE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215305"/>
            <a:ext cx="8040929" cy="532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8"/>
              </a:lnSpc>
              <a:spcBef>
                <a:spcPct val="0"/>
              </a:spcBef>
            </a:pPr>
            <a:r>
              <a:rPr lang="en-US" sz="343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Components:</a:t>
            </a:r>
          </a:p>
          <a:p>
            <a:pPr algn="ctr">
              <a:lnSpc>
                <a:spcPts val="3458"/>
              </a:lnSpc>
              <a:spcBef>
                <a:spcPct val="0"/>
              </a:spcBef>
            </a:pPr>
            <a:endParaRPr lang="en-US" sz="3430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632772" lvl="1" indent="-316386" algn="l">
              <a:lnSpc>
                <a:spcPts val="3458"/>
              </a:lnSpc>
              <a:spcBef>
                <a:spcPct val="0"/>
              </a:spcBef>
              <a:buFont typeface="Arial"/>
              <a:buChar char="•"/>
            </a:pPr>
            <a:r>
              <a:rPr lang="en-US" sz="29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GUI Setup: Utilizing CustomTkinter to create the application layout.</a:t>
            </a:r>
          </a:p>
          <a:p>
            <a:pPr algn="l">
              <a:lnSpc>
                <a:spcPts val="3458"/>
              </a:lnSpc>
              <a:spcBef>
                <a:spcPct val="0"/>
              </a:spcBef>
            </a:pPr>
            <a:endParaRPr lang="en-US" sz="293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2772" lvl="1" indent="-316386" algn="l">
              <a:lnSpc>
                <a:spcPts val="3458"/>
              </a:lnSpc>
              <a:spcBef>
                <a:spcPct val="0"/>
              </a:spcBef>
              <a:buFont typeface="Arial"/>
              <a:buChar char="•"/>
            </a:pPr>
            <a:r>
              <a:rPr lang="en-US" sz="29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API Integration: Fetching weather data based on user input.</a:t>
            </a:r>
          </a:p>
          <a:p>
            <a:pPr algn="l">
              <a:lnSpc>
                <a:spcPts val="3458"/>
              </a:lnSpc>
              <a:spcBef>
                <a:spcPct val="0"/>
              </a:spcBef>
            </a:pPr>
            <a:endParaRPr lang="en-US" sz="293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2772" lvl="1" indent="-316386" algn="l">
              <a:lnSpc>
                <a:spcPts val="3458"/>
              </a:lnSpc>
              <a:spcBef>
                <a:spcPct val="0"/>
              </a:spcBef>
              <a:buFont typeface="Arial"/>
              <a:buChar char="•"/>
            </a:pPr>
            <a:r>
              <a:rPr lang="en-US" sz="29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Error Handling: Ensuring a smooth user experience by managing potential errors.</a:t>
            </a:r>
          </a:p>
          <a:p>
            <a:pPr algn="l">
              <a:lnSpc>
                <a:spcPts val="3458"/>
              </a:lnSpc>
              <a:spcBef>
                <a:spcPct val="0"/>
              </a:spcBef>
            </a:pPr>
            <a:endParaRPr lang="en-US" sz="293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846">
            <a:off x="8010791" y="4577332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0" y="0"/>
                </a:lnTo>
                <a:lnTo>
                  <a:pt x="19308320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35684" y="305644"/>
            <a:ext cx="4354516" cy="6356958"/>
          </a:xfrm>
          <a:custGeom>
            <a:avLst/>
            <a:gdLst/>
            <a:ahLst/>
            <a:cxnLst/>
            <a:rect l="l" t="t" r="r" b="b"/>
            <a:pathLst>
              <a:path w="4354516" h="6356958">
                <a:moveTo>
                  <a:pt x="0" y="0"/>
                </a:moveTo>
                <a:lnTo>
                  <a:pt x="4354517" y="0"/>
                </a:lnTo>
                <a:lnTo>
                  <a:pt x="435451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0497" y="305644"/>
            <a:ext cx="4290947" cy="6356958"/>
          </a:xfrm>
          <a:custGeom>
            <a:avLst/>
            <a:gdLst/>
            <a:ahLst/>
            <a:cxnLst/>
            <a:rect l="l" t="t" r="r" b="b"/>
            <a:pathLst>
              <a:path w="4290947" h="6356958">
                <a:moveTo>
                  <a:pt x="0" y="0"/>
                </a:moveTo>
                <a:lnTo>
                  <a:pt x="4290946" y="0"/>
                </a:lnTo>
                <a:lnTo>
                  <a:pt x="429094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438828" y="557790"/>
            <a:ext cx="7089789" cy="89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5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GUI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38828" y="1961165"/>
            <a:ext cx="7679444" cy="317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0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Layout:</a:t>
            </a:r>
          </a:p>
          <a:p>
            <a:pPr marL="539746" lvl="1" indent="-26987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City Input Field: Where users type in the name of the city.</a:t>
            </a:r>
          </a:p>
          <a:p>
            <a:pPr marL="539746" lvl="1" indent="-26987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Display Area: Shows weather data, including temperature, humidity, etc.</a:t>
            </a:r>
          </a:p>
          <a:p>
            <a:pPr marL="539746" lvl="1" indent="-26987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Search Button: Triggers the weather data retrieval process.</a:t>
            </a:r>
          </a:p>
          <a:p>
            <a:pPr marL="0" lvl="0" indent="0" algn="l">
              <a:lnSpc>
                <a:spcPts val="3293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38828" y="5652221"/>
            <a:ext cx="7679444" cy="157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7"/>
              </a:lnSpc>
            </a:pPr>
            <a:r>
              <a:rPr lang="en-US" sz="3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Dynamic Elements:</a:t>
            </a:r>
          </a:p>
          <a:p>
            <a:pPr marL="539746" lvl="1" indent="-269873" algn="ctr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Weather icons change based on current conditions for visual representation.</a:t>
            </a:r>
          </a:p>
          <a:p>
            <a:pPr algn="ctr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93094" y="6911045"/>
            <a:ext cx="1666399" cy="3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33847" y="6911045"/>
            <a:ext cx="2090334" cy="31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Running Code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76308"/>
            <a:ext cx="7710487" cy="200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FETCHING WEATHER DATA</a:t>
            </a:r>
          </a:p>
        </p:txBody>
      </p:sp>
      <p:sp>
        <p:nvSpPr>
          <p:cNvPr id="3" name="Freeform 3"/>
          <p:cNvSpPr/>
          <p:nvPr/>
        </p:nvSpPr>
        <p:spPr>
          <a:xfrm rot="-9893434">
            <a:off x="7071190" y="-4922182"/>
            <a:ext cx="12299433" cy="8900317"/>
          </a:xfrm>
          <a:custGeom>
            <a:avLst/>
            <a:gdLst/>
            <a:ahLst/>
            <a:cxnLst/>
            <a:rect l="l" t="t" r="r" b="b"/>
            <a:pathLst>
              <a:path w="12299433" h="8900317">
                <a:moveTo>
                  <a:pt x="0" y="0"/>
                </a:moveTo>
                <a:lnTo>
                  <a:pt x="12299432" y="0"/>
                </a:lnTo>
                <a:lnTo>
                  <a:pt x="12299432" y="8900317"/>
                </a:lnTo>
                <a:lnTo>
                  <a:pt x="0" y="8900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273646"/>
            <a:ext cx="14067949" cy="445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Function: get_weather()</a:t>
            </a:r>
          </a:p>
          <a:p>
            <a:pPr algn="l">
              <a:lnSpc>
                <a:spcPts val="2949"/>
              </a:lnSpc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46" lvl="1" indent="-269873" algn="l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Description: Responsible for retrieving weather data from the OpenWeatherMap API.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46" lvl="1" indent="-269873" algn="l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Process: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079492" lvl="2" indent="-359831" algn="l">
              <a:lnSpc>
                <a:spcPts val="2949"/>
              </a:lnSpc>
              <a:spcBef>
                <a:spcPct val="0"/>
              </a:spcBef>
              <a:buAutoNum type="alphaLcPeriod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Get city name: Retrieves user input from the entry field.</a:t>
            </a:r>
          </a:p>
          <a:p>
            <a:pPr marL="1079492" lvl="2" indent="-359831" algn="l">
              <a:lnSpc>
                <a:spcPts val="2949"/>
              </a:lnSpc>
              <a:spcBef>
                <a:spcPct val="0"/>
              </a:spcBef>
              <a:buAutoNum type="alphaLcPeriod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API Request: Constructs the URL and makes a GET request.</a:t>
            </a:r>
          </a:p>
          <a:p>
            <a:pPr marL="1079492" lvl="2" indent="-359831" algn="l">
              <a:lnSpc>
                <a:spcPts val="2949"/>
              </a:lnSpc>
              <a:spcBef>
                <a:spcPct val="0"/>
              </a:spcBef>
              <a:buAutoNum type="alphaLcPeriod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JSON Parsing: Converts the API response into a usable format.</a:t>
            </a:r>
          </a:p>
          <a:p>
            <a:pPr marL="1079492" lvl="2" indent="-359831" algn="l">
              <a:lnSpc>
                <a:spcPts val="2949"/>
              </a:lnSpc>
              <a:spcBef>
                <a:spcPct val="0"/>
              </a:spcBef>
              <a:buAutoNum type="alphaLcPeriod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GUI Update: Displays the retrieved weather information in the app.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56045">
            <a:off x="9450945" y="-8164655"/>
            <a:ext cx="9521990" cy="12849235"/>
          </a:xfrm>
          <a:custGeom>
            <a:avLst/>
            <a:gdLst/>
            <a:ahLst/>
            <a:cxnLst/>
            <a:rect l="l" t="t" r="r" b="b"/>
            <a:pathLst>
              <a:path w="9521990" h="12849235">
                <a:moveTo>
                  <a:pt x="0" y="0"/>
                </a:moveTo>
                <a:lnTo>
                  <a:pt x="9521990" y="0"/>
                </a:lnTo>
                <a:lnTo>
                  <a:pt x="9521990" y="12849235"/>
                </a:lnTo>
                <a:lnTo>
                  <a:pt x="0" y="1284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6579"/>
            </a:stretch>
          </a:blipFill>
        </p:spPr>
      </p:sp>
      <p:sp>
        <p:nvSpPr>
          <p:cNvPr id="3" name="Freeform 3"/>
          <p:cNvSpPr/>
          <p:nvPr/>
        </p:nvSpPr>
        <p:spPr>
          <a:xfrm rot="-1233942">
            <a:off x="-5519857" y="-4302582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1" y="0"/>
                </a:lnTo>
                <a:lnTo>
                  <a:pt x="19308321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14324" y="3168238"/>
            <a:ext cx="12259352" cy="89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5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ERROR HANDLING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5626" y="5153025"/>
            <a:ext cx="15850195" cy="2998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1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Types of Errors Managed:</a:t>
            </a:r>
          </a:p>
          <a:p>
            <a:pPr algn="l">
              <a:lnSpc>
                <a:spcPts val="3421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26104" lvl="1" indent="-313052" algn="l">
              <a:lnSpc>
                <a:spcPts val="3421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Invalid City Names: Alerts the user if the city name is not recognized.</a:t>
            </a:r>
          </a:p>
          <a:p>
            <a:pPr marL="626104" lvl="1" indent="-313052" algn="l">
              <a:lnSpc>
                <a:spcPts val="3421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Network Issues: Handles exceptions for network-related errors.</a:t>
            </a:r>
          </a:p>
          <a:p>
            <a:pPr marL="626104" lvl="1" indent="-313052" algn="l">
              <a:lnSpc>
                <a:spcPts val="3421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 Feedback:</a:t>
            </a:r>
          </a:p>
          <a:p>
            <a:pPr marL="626104" lvl="1" indent="-313052" algn="l">
              <a:lnSpc>
                <a:spcPts val="3421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Utilizes message boxes to inform users about errors in a clear and friendly manner.</a:t>
            </a:r>
          </a:p>
          <a:p>
            <a:pPr algn="l">
              <a:lnSpc>
                <a:spcPts val="3421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4217" y="7561262"/>
            <a:ext cx="1965366" cy="1965366"/>
          </a:xfrm>
          <a:custGeom>
            <a:avLst/>
            <a:gdLst/>
            <a:ahLst/>
            <a:cxnLst/>
            <a:rect l="l" t="t" r="r" b="b"/>
            <a:pathLst>
              <a:path w="1965366" h="1965366">
                <a:moveTo>
                  <a:pt x="0" y="0"/>
                </a:moveTo>
                <a:lnTo>
                  <a:pt x="1965366" y="0"/>
                </a:lnTo>
                <a:lnTo>
                  <a:pt x="1965366" y="1965367"/>
                </a:lnTo>
                <a:lnTo>
                  <a:pt x="0" y="19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87335" y="7342141"/>
            <a:ext cx="2403609" cy="2403609"/>
          </a:xfrm>
          <a:custGeom>
            <a:avLst/>
            <a:gdLst/>
            <a:ahLst/>
            <a:cxnLst/>
            <a:rect l="l" t="t" r="r" b="b"/>
            <a:pathLst>
              <a:path w="2403609" h="2403609">
                <a:moveTo>
                  <a:pt x="0" y="0"/>
                </a:moveTo>
                <a:lnTo>
                  <a:pt x="2403610" y="0"/>
                </a:lnTo>
                <a:lnTo>
                  <a:pt x="2403610" y="2403609"/>
                </a:lnTo>
                <a:lnTo>
                  <a:pt x="0" y="2403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735263"/>
            <a:ext cx="17259300" cy="482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Purpose:</a:t>
            </a:r>
          </a:p>
          <a:p>
            <a:pPr marL="539746" lvl="1" indent="-269873" algn="just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Icons play a critical role in enhancing user experience by providing immediate visual context.</a:t>
            </a:r>
          </a:p>
          <a:p>
            <a:pPr algn="just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Usage:</a:t>
            </a:r>
          </a:p>
          <a:p>
            <a:pPr marL="539746" lvl="1" indent="-269873" algn="just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Weather conditions are represented through specific icons (e.g., sun for clear, clouds for overcast, raindrops for rain).</a:t>
            </a:r>
          </a:p>
          <a:p>
            <a:pPr marL="539746" lvl="1" indent="-269873" algn="just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Icons accompany labels for metrics like temperature, humidity, and wind speed, making the interface intuitive.</a:t>
            </a:r>
          </a:p>
          <a:p>
            <a:pPr algn="just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Implementation:</a:t>
            </a:r>
          </a:p>
          <a:p>
            <a:pPr marL="539746" lvl="1" indent="-269873" algn="just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Utilized the CTkImage class from the customtkinter library to manage icon display.</a:t>
            </a:r>
          </a:p>
          <a:p>
            <a:pPr marL="539746" lvl="1" indent="-269873" algn="just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Icons are loaded from local files and resized appropriately for the GUI layout.</a:t>
            </a:r>
          </a:p>
          <a:p>
            <a:pPr algn="just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536220" y="7527683"/>
            <a:ext cx="2032526" cy="2032526"/>
          </a:xfrm>
          <a:custGeom>
            <a:avLst/>
            <a:gdLst/>
            <a:ahLst/>
            <a:cxnLst/>
            <a:rect l="l" t="t" r="r" b="b"/>
            <a:pathLst>
              <a:path w="2032526" h="2032526">
                <a:moveTo>
                  <a:pt x="0" y="0"/>
                </a:moveTo>
                <a:lnTo>
                  <a:pt x="2032526" y="0"/>
                </a:lnTo>
                <a:lnTo>
                  <a:pt x="2032526" y="2032526"/>
                </a:lnTo>
                <a:lnTo>
                  <a:pt x="0" y="2032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45258" y="7474922"/>
            <a:ext cx="2085286" cy="2085286"/>
          </a:xfrm>
          <a:custGeom>
            <a:avLst/>
            <a:gdLst/>
            <a:ahLst/>
            <a:cxnLst/>
            <a:rect l="l" t="t" r="r" b="b"/>
            <a:pathLst>
              <a:path w="2085286" h="2085286">
                <a:moveTo>
                  <a:pt x="0" y="0"/>
                </a:moveTo>
                <a:lnTo>
                  <a:pt x="2085287" y="0"/>
                </a:lnTo>
                <a:lnTo>
                  <a:pt x="2085287" y="2085287"/>
                </a:lnTo>
                <a:lnTo>
                  <a:pt x="0" y="2085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075374"/>
            <a:ext cx="9729719" cy="101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ICON MANAGEMENT</a:t>
            </a:r>
          </a:p>
        </p:txBody>
      </p:sp>
      <p:sp>
        <p:nvSpPr>
          <p:cNvPr id="8" name="Freeform 8"/>
          <p:cNvSpPr/>
          <p:nvPr/>
        </p:nvSpPr>
        <p:spPr>
          <a:xfrm rot="2339269">
            <a:off x="7891931" y="27822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1" y="0"/>
                </a:lnTo>
                <a:lnTo>
                  <a:pt x="19308321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29959" y="4101943"/>
            <a:ext cx="2379340" cy="2514530"/>
          </a:xfrm>
          <a:custGeom>
            <a:avLst/>
            <a:gdLst/>
            <a:ahLst/>
            <a:cxnLst/>
            <a:rect l="l" t="t" r="r" b="b"/>
            <a:pathLst>
              <a:path w="2379340" h="2514530">
                <a:moveTo>
                  <a:pt x="0" y="0"/>
                </a:moveTo>
                <a:lnTo>
                  <a:pt x="2379340" y="0"/>
                </a:lnTo>
                <a:lnTo>
                  <a:pt x="2379340" y="2514531"/>
                </a:lnTo>
                <a:lnTo>
                  <a:pt x="0" y="2514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4101943"/>
            <a:ext cx="11301259" cy="2514530"/>
          </a:xfrm>
          <a:custGeom>
            <a:avLst/>
            <a:gdLst/>
            <a:ahLst/>
            <a:cxnLst/>
            <a:rect l="l" t="t" r="r" b="b"/>
            <a:pathLst>
              <a:path w="11301259" h="2514530">
                <a:moveTo>
                  <a:pt x="0" y="0"/>
                </a:moveTo>
                <a:lnTo>
                  <a:pt x="11301259" y="0"/>
                </a:lnTo>
                <a:lnTo>
                  <a:pt x="11301259" y="2514531"/>
                </a:lnTo>
                <a:lnTo>
                  <a:pt x="0" y="251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7608322"/>
            <a:ext cx="4349838" cy="1026847"/>
          </a:xfrm>
          <a:custGeom>
            <a:avLst/>
            <a:gdLst/>
            <a:ahLst/>
            <a:cxnLst/>
            <a:rect l="l" t="t" r="r" b="b"/>
            <a:pathLst>
              <a:path w="4349838" h="1026847">
                <a:moveTo>
                  <a:pt x="0" y="0"/>
                </a:moveTo>
                <a:lnTo>
                  <a:pt x="4349838" y="0"/>
                </a:lnTo>
                <a:lnTo>
                  <a:pt x="4349838" y="1026847"/>
                </a:lnTo>
                <a:lnTo>
                  <a:pt x="0" y="1026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42269" y="1115059"/>
            <a:ext cx="13403462" cy="97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90"/>
              </a:lnSpc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CODE SNIPPETS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524136"/>
            <a:ext cx="12473703" cy="172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Fetching Weather Data:</a:t>
            </a:r>
          </a:p>
          <a:p>
            <a:pPr marL="496567" lvl="1" indent="-248284" algn="l">
              <a:lnSpc>
                <a:spcPts val="2713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function that makes the API call to retrieve weather data based on user input.</a:t>
            </a:r>
          </a:p>
          <a:p>
            <a:pPr marL="496567" lvl="1" indent="-248284" algn="l">
              <a:lnSpc>
                <a:spcPts val="2713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Uses the requests library to handle HTTP requests.</a:t>
            </a:r>
          </a:p>
          <a:p>
            <a:pPr algn="l">
              <a:lnSpc>
                <a:spcPts val="2713"/>
              </a:lnSpc>
              <a:spcBef>
                <a:spcPct val="0"/>
              </a:spcBef>
            </a:pPr>
            <a:endParaRPr lang="en-US" sz="22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13"/>
              </a:lnSpc>
              <a:spcBef>
                <a:spcPct val="0"/>
              </a:spcBef>
            </a:pPr>
            <a:endParaRPr lang="en-US" sz="22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821430"/>
            <a:ext cx="8983638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3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Uses the requests library to call the OpenWeatherMap API.</a:t>
            </a:r>
          </a:p>
        </p:txBody>
      </p:sp>
      <p:sp>
        <p:nvSpPr>
          <p:cNvPr id="8" name="Freeform 8"/>
          <p:cNvSpPr/>
          <p:nvPr/>
        </p:nvSpPr>
        <p:spPr>
          <a:xfrm rot="-1233942">
            <a:off x="-5519857" y="-4302582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1" y="0"/>
                </a:lnTo>
                <a:lnTo>
                  <a:pt x="19308321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575122">
            <a:off x="7959120" y="4210838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1" y="0"/>
                </a:lnTo>
                <a:lnTo>
                  <a:pt x="19308321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2722" y="548139"/>
            <a:ext cx="9515682" cy="191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9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FETCHING WEATHER DATA</a:t>
            </a:r>
          </a:p>
        </p:txBody>
      </p:sp>
      <p:sp>
        <p:nvSpPr>
          <p:cNvPr id="3" name="Freeform 3"/>
          <p:cNvSpPr/>
          <p:nvPr/>
        </p:nvSpPr>
        <p:spPr>
          <a:xfrm rot="1184823">
            <a:off x="5737158" y="-1409133"/>
            <a:ext cx="20881676" cy="7099770"/>
          </a:xfrm>
          <a:custGeom>
            <a:avLst/>
            <a:gdLst/>
            <a:ahLst/>
            <a:cxnLst/>
            <a:rect l="l" t="t" r="r" b="b"/>
            <a:pathLst>
              <a:path w="20881676" h="7099770">
                <a:moveTo>
                  <a:pt x="0" y="0"/>
                </a:moveTo>
                <a:lnTo>
                  <a:pt x="20881677" y="0"/>
                </a:lnTo>
                <a:lnTo>
                  <a:pt x="20881677" y="7099770"/>
                </a:lnTo>
                <a:lnTo>
                  <a:pt x="0" y="7099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42722" y="2766855"/>
            <a:ext cx="17645278" cy="519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Process: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46" lvl="1" indent="-269873" algn="l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When the user enters a city name and hits "Search," the application triggers the get_weather function.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Handling: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46" lvl="1" indent="-269873" algn="l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function checks the response code to ensure valid data retrieval.</a:t>
            </a:r>
          </a:p>
          <a:p>
            <a:pPr marL="539746" lvl="1" indent="-269873" algn="l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Extracts essential weather information such as temperature, pressure, humidity, and more from the response.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Display: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46" lvl="1" indent="-269873" algn="l">
              <a:lnSpc>
                <a:spcPts val="29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UI is updated dynamically with the fetched data, ensuring users have the latest weather information.</a:t>
            </a:r>
          </a:p>
          <a:p>
            <a:pPr algn="l">
              <a:lnSpc>
                <a:spcPts val="29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43822" y="8495667"/>
            <a:ext cx="6333890" cy="1176524"/>
          </a:xfrm>
          <a:custGeom>
            <a:avLst/>
            <a:gdLst/>
            <a:ahLst/>
            <a:cxnLst/>
            <a:rect l="l" t="t" r="r" b="b"/>
            <a:pathLst>
              <a:path w="6333890" h="1176524">
                <a:moveTo>
                  <a:pt x="0" y="0"/>
                </a:moveTo>
                <a:lnTo>
                  <a:pt x="6333890" y="0"/>
                </a:lnTo>
                <a:lnTo>
                  <a:pt x="6333890" y="1176524"/>
                </a:lnTo>
                <a:lnTo>
                  <a:pt x="0" y="1176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273778" y="8909558"/>
            <a:ext cx="8337947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3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checks if the API response indicates a successful request.</a:t>
            </a:r>
          </a:p>
        </p:txBody>
      </p:sp>
      <p:sp>
        <p:nvSpPr>
          <p:cNvPr id="7" name="AutoShape 7"/>
          <p:cNvSpPr/>
          <p:nvPr/>
        </p:nvSpPr>
        <p:spPr>
          <a:xfrm flipH="1">
            <a:off x="6977712" y="9083929"/>
            <a:ext cx="229606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05581" y="720728"/>
            <a:ext cx="11618249" cy="233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145"/>
              </a:lnSpc>
              <a:spcBef>
                <a:spcPct val="0"/>
              </a:spcBef>
            </a:pPr>
            <a:r>
              <a:rPr lang="en-US" sz="8547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GITHUB REPOSITORY</a:t>
            </a:r>
          </a:p>
        </p:txBody>
      </p:sp>
      <p:sp>
        <p:nvSpPr>
          <p:cNvPr id="3" name="Freeform 3"/>
          <p:cNvSpPr/>
          <p:nvPr/>
        </p:nvSpPr>
        <p:spPr>
          <a:xfrm rot="-1233942">
            <a:off x="-5519857" y="-4302582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1" y="0"/>
                </a:lnTo>
                <a:lnTo>
                  <a:pt x="19308321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575122">
            <a:off x="8633840" y="7312182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0" y="0"/>
                </a:lnTo>
                <a:lnTo>
                  <a:pt x="19308320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37956" y="4206428"/>
            <a:ext cx="4867625" cy="4867625"/>
          </a:xfrm>
          <a:custGeom>
            <a:avLst/>
            <a:gdLst/>
            <a:ahLst/>
            <a:cxnLst/>
            <a:rect l="l" t="t" r="r" b="b"/>
            <a:pathLst>
              <a:path w="4867625" h="4867625">
                <a:moveTo>
                  <a:pt x="0" y="0"/>
                </a:moveTo>
                <a:lnTo>
                  <a:pt x="4867625" y="0"/>
                </a:lnTo>
                <a:lnTo>
                  <a:pt x="4867625" y="4867625"/>
                </a:lnTo>
                <a:lnTo>
                  <a:pt x="0" y="486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412244" y="8513858"/>
            <a:ext cx="11053719" cy="56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7"/>
              </a:lnSpc>
            </a:pPr>
            <a:r>
              <a:rPr lang="en-US" sz="324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https://github.com/YashGarg1122/WeatherForecast.git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12244" y="4273507"/>
            <a:ext cx="11875756" cy="132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5"/>
              </a:lnSpc>
            </a:pPr>
            <a:r>
              <a:rPr lang="en-US" sz="384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Feel free to contribute to the project by opening issues or submitting pull requests!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r="-5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02950" y="6001016"/>
            <a:ext cx="8669989" cy="5117702"/>
          </a:xfrm>
          <a:custGeom>
            <a:avLst/>
            <a:gdLst/>
            <a:ahLst/>
            <a:cxnLst/>
            <a:rect l="l" t="t" r="r" b="b"/>
            <a:pathLst>
              <a:path w="8669989" h="5117702">
                <a:moveTo>
                  <a:pt x="0" y="0"/>
                </a:moveTo>
                <a:lnTo>
                  <a:pt x="8669989" y="0"/>
                </a:lnTo>
                <a:lnTo>
                  <a:pt x="8669989" y="5117701"/>
                </a:lnTo>
                <a:lnTo>
                  <a:pt x="0" y="511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5052" y="-476639"/>
            <a:ext cx="8669989" cy="5117702"/>
          </a:xfrm>
          <a:custGeom>
            <a:avLst/>
            <a:gdLst/>
            <a:ahLst/>
            <a:cxnLst/>
            <a:rect l="l" t="t" r="r" b="b"/>
            <a:pathLst>
              <a:path w="8669989" h="5117702">
                <a:moveTo>
                  <a:pt x="0" y="0"/>
                </a:moveTo>
                <a:lnTo>
                  <a:pt x="8669989" y="0"/>
                </a:lnTo>
                <a:lnTo>
                  <a:pt x="8669989" y="5117701"/>
                </a:lnTo>
                <a:lnTo>
                  <a:pt x="0" y="5117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20146" y="5297716"/>
            <a:ext cx="6035131" cy="3562404"/>
          </a:xfrm>
          <a:custGeom>
            <a:avLst/>
            <a:gdLst/>
            <a:ahLst/>
            <a:cxnLst/>
            <a:rect l="l" t="t" r="r" b="b"/>
            <a:pathLst>
              <a:path w="6035131" h="3562404">
                <a:moveTo>
                  <a:pt x="0" y="0"/>
                </a:moveTo>
                <a:lnTo>
                  <a:pt x="6035131" y="0"/>
                </a:lnTo>
                <a:lnTo>
                  <a:pt x="6035131" y="3562404"/>
                </a:lnTo>
                <a:lnTo>
                  <a:pt x="0" y="3562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50880" y="2738865"/>
            <a:ext cx="2900125" cy="5117702"/>
          </a:xfrm>
          <a:custGeom>
            <a:avLst/>
            <a:gdLst/>
            <a:ahLst/>
            <a:cxnLst/>
            <a:rect l="l" t="t" r="r" b="b"/>
            <a:pathLst>
              <a:path w="2900125" h="5117702">
                <a:moveTo>
                  <a:pt x="0" y="0"/>
                </a:moveTo>
                <a:lnTo>
                  <a:pt x="2900125" y="0"/>
                </a:lnTo>
                <a:lnTo>
                  <a:pt x="2900125" y="5117702"/>
                </a:lnTo>
                <a:lnTo>
                  <a:pt x="0" y="5117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895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53942" y="4855379"/>
            <a:ext cx="15710029" cy="1192304"/>
          </a:xfrm>
          <a:custGeom>
            <a:avLst/>
            <a:gdLst/>
            <a:ahLst/>
            <a:cxnLst/>
            <a:rect l="l" t="t" r="r" b="b"/>
            <a:pathLst>
              <a:path w="15710029" h="1192304">
                <a:moveTo>
                  <a:pt x="0" y="0"/>
                </a:moveTo>
                <a:lnTo>
                  <a:pt x="15710029" y="0"/>
                </a:lnTo>
                <a:lnTo>
                  <a:pt x="15710029" y="1192304"/>
                </a:lnTo>
                <a:lnTo>
                  <a:pt x="0" y="1192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3642" b="-4411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3942" y="7078918"/>
            <a:ext cx="8690058" cy="942143"/>
          </a:xfrm>
          <a:custGeom>
            <a:avLst/>
            <a:gdLst/>
            <a:ahLst/>
            <a:cxnLst/>
            <a:rect l="l" t="t" r="r" b="b"/>
            <a:pathLst>
              <a:path w="8690058" h="942143">
                <a:moveTo>
                  <a:pt x="0" y="0"/>
                </a:moveTo>
                <a:lnTo>
                  <a:pt x="8690058" y="0"/>
                </a:lnTo>
                <a:lnTo>
                  <a:pt x="8690058" y="942142"/>
                </a:lnTo>
                <a:lnTo>
                  <a:pt x="0" y="942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4319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899752" y="880246"/>
            <a:ext cx="5049940" cy="2403931"/>
          </a:xfrm>
          <a:custGeom>
            <a:avLst/>
            <a:gdLst/>
            <a:ahLst/>
            <a:cxnLst/>
            <a:rect l="l" t="t" r="r" b="b"/>
            <a:pathLst>
              <a:path w="5049940" h="2403931">
                <a:moveTo>
                  <a:pt x="0" y="0"/>
                </a:moveTo>
                <a:lnTo>
                  <a:pt x="5049940" y="0"/>
                </a:lnTo>
                <a:lnTo>
                  <a:pt x="5049940" y="2403931"/>
                </a:lnTo>
                <a:lnTo>
                  <a:pt x="0" y="2403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856" b="-1185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781911" y="4825657"/>
            <a:ext cx="1887844" cy="96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  <a:spcBef>
                <a:spcPct val="0"/>
              </a:spcBef>
            </a:pPr>
            <a:r>
              <a:rPr lang="en-US" sz="18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Error handling, testing, database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7273" y="4944719"/>
            <a:ext cx="1887844" cy="725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  <a:spcBef>
                <a:spcPct val="0"/>
              </a:spcBef>
            </a:pPr>
            <a:r>
              <a:rPr lang="en-US" sz="18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Lead developer, account management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964613"/>
            <a:ext cx="1887844" cy="48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  <a:spcBef>
                <a:spcPct val="0"/>
              </a:spcBef>
            </a:pPr>
            <a:r>
              <a:rPr lang="en-US" sz="18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Set up API, interface design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36878" y="4964613"/>
            <a:ext cx="1887844" cy="48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  <a:spcBef>
                <a:spcPct val="0"/>
              </a:spcBef>
            </a:pPr>
            <a:r>
              <a:rPr lang="en-US" sz="18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98971" y="7196992"/>
            <a:ext cx="1887844" cy="725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  <a:spcBef>
                <a:spcPct val="0"/>
              </a:spcBef>
            </a:pPr>
            <a:r>
              <a:rPr lang="en-US" sz="18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Git management, database setup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2745" y="7316055"/>
            <a:ext cx="1887844" cy="48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  <a:spcBef>
                <a:spcPct val="0"/>
              </a:spcBef>
            </a:pPr>
            <a:r>
              <a:rPr lang="en-US" sz="18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Documentation, UI Design</a:t>
            </a:r>
          </a:p>
        </p:txBody>
      </p:sp>
      <p:sp>
        <p:nvSpPr>
          <p:cNvPr id="16" name="Freeform 16"/>
          <p:cNvSpPr/>
          <p:nvPr/>
        </p:nvSpPr>
        <p:spPr>
          <a:xfrm rot="-1898846">
            <a:off x="8010791" y="4577332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0" y="0"/>
                </a:lnTo>
                <a:lnTo>
                  <a:pt x="19308320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93615"/>
            <a:ext cx="21973202" cy="7470889"/>
          </a:xfrm>
          <a:custGeom>
            <a:avLst/>
            <a:gdLst/>
            <a:ahLst/>
            <a:cxnLst/>
            <a:rect l="l" t="t" r="r" b="b"/>
            <a:pathLst>
              <a:path w="21973202" h="7470889">
                <a:moveTo>
                  <a:pt x="0" y="0"/>
                </a:moveTo>
                <a:lnTo>
                  <a:pt x="21973202" y="0"/>
                </a:lnTo>
                <a:lnTo>
                  <a:pt x="21973202" y="7470889"/>
                </a:lnTo>
                <a:lnTo>
                  <a:pt x="0" y="7470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43169" y="3316635"/>
            <a:ext cx="14318804" cy="3234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8"/>
              </a:lnSpc>
            </a:pPr>
            <a:r>
              <a:rPr lang="en-US" sz="1852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Custom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Arimo</vt:lpstr>
      <vt:lpstr>Calibri</vt:lpstr>
      <vt:lpstr>Montserrat Bold</vt:lpstr>
      <vt:lpstr>Garet ExtraBold</vt:lpstr>
      <vt:lpstr>Montserrat Extra-Bold</vt:lpstr>
      <vt:lpstr>Garet ExtraBold Bold</vt:lpstr>
      <vt:lpstr>Canva Sans 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 Weather Forecast V2</dc:title>
  <cp:lastModifiedBy>Yash Garg</cp:lastModifiedBy>
  <cp:revision>2</cp:revision>
  <dcterms:created xsi:type="dcterms:W3CDTF">2006-08-16T00:00:00Z</dcterms:created>
  <dcterms:modified xsi:type="dcterms:W3CDTF">2024-10-20T17:23:55Z</dcterms:modified>
  <dc:identifier>DAGT2Bxg3b0</dc:identifier>
</cp:coreProperties>
</file>